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pmajay.dosje.gov.in" TargetMode="External"/><Relationship Id="rId2" Type="http://schemas.openxmlformats.org/officeDocument/2006/relationships/hyperlink" Target="https://www.nqr.gov.in" TargetMode="External"/><Relationship Id="rId3" Type="http://schemas.openxmlformats.org/officeDocument/2006/relationships/hyperlink" Target="https://bhashini.gov.in" TargetMode="External"/><Relationship Id="rId4" Type="http://schemas.openxmlformats.org/officeDocument/2006/relationships/hyperlink" Target="https://ai4bharat.iitm.ac.in" TargetMode="External"/><Relationship Id="rId5" Type="http://schemas.openxmlformats.org/officeDocument/2006/relationships/hyperlink" Target="https://www.skillindiadigital.gov.in" TargetMode="External"/><Relationship Id="rId6" Type="http://schemas.openxmlformats.org/officeDocument/2006/relationships/hyperlink" Target="https://www.meity.gov.in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Kaushal Saathi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phone-call AI assistant that talks to beneficiaries in their own language and recommends NSQF-aligned skilling &amp; livelihood paths — fully cloud-hosted.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86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SIH26097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Voice Assistant for Livelihood Mapping and NSQF-Aligned Skilling Recommendations for SC Communities under GIA component of PM-AJAY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Education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Ministry of Social Justice and Empowerment (MoSJE)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ID / Team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&lt;Team ID&gt;  /  &lt;Team Name&gt;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097280"/>
            <a:ext cx="2377440" cy="2377440"/>
          </a:xfrm>
          <a:prstGeom prst="ellipse">
            <a:avLst/>
          </a:prstGeom>
          <a:solidFill>
            <a:srgbClr val="22335A"/>
          </a:solidFill>
          <a:ln w="12700">
            <a:solidFill>
              <a:srgbClr val="3446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00200"/>
            <a:ext cx="1371600" cy="13716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1901952"/>
            <a:ext cx="768096" cy="7680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5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dial.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5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 No internet.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5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reading needed.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SIH26097  ·  1/6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call (in Hindi, shown translated)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642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Namaste! What work does your family do today?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219456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194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leather work, but earnings are low.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249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prefer your own shop or a salaried job? Can you travel to the district town?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347472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474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shop. I can go to the town.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050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Footwear &amp; leather goods course (NSQF L4) at a centre 12 km away, plus enterprise support under PM-AJAY. I'll send details by SMS.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2801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922" y="1390802"/>
            <a:ext cx="281635" cy="28163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166360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interview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166360" y="152704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beneficiary calls a toll-free number (or sends a WhatsApp voice note). An AI agent holds a natural, empathetic conversation in their dialect instead of a form.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26280" y="2441448"/>
            <a:ext cx="502920" cy="5029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2552090"/>
            <a:ext cx="281635" cy="28163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166360" y="2395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profiling &amp; matching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166360" y="268833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a profile — education, family occupation, skills, interests, mobility, self vs. wage employment — and matches it to NSQF courses and local demand.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26280" y="3602736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22" y="3713378"/>
            <a:ext cx="281635" cy="28163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166360" y="35570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166360" y="384962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feature phone; all intelligence runs in the cloud. Recommendations are explainable, and every call feeds a district dashboard for officials.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94360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SIH26097  ·  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ALL ON CLOUD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83080" y="1188720"/>
            <a:ext cx="6903720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D9DFEA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2618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(auto-scaling, serverless)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1748333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 / WhatsApp voice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627632" y="16733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2194560" y="1627632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261" y="1748333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7452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7452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IVR + SIP streaming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3044952" y="16733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3566160" y="1627632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174833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24612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324612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/ IndicConformer ASR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416552" y="16733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4937760" y="1627632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461" y="1748333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61772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461772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dialogue + profile extraction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5788152" y="16733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6309360" y="1627632"/>
            <a:ext cx="548640" cy="5486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1748333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98932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98932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NSQF + district demand ranking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7159752" y="16733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7680960" y="1627632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1661" y="1748333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36092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Speech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736092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TTS reply + SMS summary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5720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9436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channels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594360" y="358444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Exotel / Twilio IVR, WebSocket audio streaming, WhatsApp Business API, SMS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256032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269748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2697480" y="358444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ASR/TTS/NMT (22 languages), LLM with tool calls, embeddings + ranking model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466344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48006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data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4800600" y="358444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serverless functions, PostgreSQL + vector DB, encrypted object storage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76656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690372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UI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6903720" y="358444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NQR (NSQF courses), Skill India Digital Hub, React dashboard for district officers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594360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SIH26097  ·  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AND SUSTAINED?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35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ready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4813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speech models (Bhashini, AI4Bharat) and cloud IVR are already available; we integrate, not invent.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478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359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low connectivity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6243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voice call needs no data; the phone only carries audio, the cloud does the rest.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6210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502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to scale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7673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cloud; a pilot fits in one district before state-wide rollout.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234440"/>
          <a:ext cx="4297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Dialect speech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key answers back to the caller; fine-tune ASR on collected, consented 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or biased recommendations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ranking; human review by district officer before enrolment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of caller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at call start, encryption, DPDP Act 2023 compliance, data minimisation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trust /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 via Gram Panchayats, SHGs and PM-AJAY field staff; toll-free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594360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SIH26097  ·  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GAINS AND HOW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or smartphone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use 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3552" y="1188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supported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Bhashini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9904" y="1188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9904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089904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toll-free number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752344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24128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beneficiaries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course the first time → fewer dropouts, better jobs or self-employment.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73552" y="265176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752344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840480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MoSJE &amp; states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3273552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district dashboards for planning, targeting and tracking PM-AJAY outcomes.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89904" y="26517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7523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56832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partners &amp; employers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089904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Pre-screened, motivated candidates matched to local demand.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more inclusion for low-literacy users.  Economic: higher placement rates and income.  Governance: data-driven perspective plans under the GIA component.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SIH26097  ·  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0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PM-AJAY scheme guidelines (GIA component)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Social Justice &amp; Empowerment  ·  </a:t>
            </a:r>
            <a:r>
              <a:rPr lang="en-US" sz="1050" u="sng" dirty="0">
                <a:solidFill>
                  <a:srgbClr val="F7B7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https://pmajay.dosje.gov.in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470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Qualifications Register (NSQF courses)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NCVET  ·  </a:t>
            </a:r>
            <a:r>
              <a:rPr lang="en-US" sz="1050" u="sng" dirty="0">
                <a:solidFill>
                  <a:srgbClr val="F7B7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https://www.nqr.gov.in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1401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– National Language Translation Mission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 ·  </a:t>
            </a:r>
            <a:r>
              <a:rPr lang="en-US" sz="1050" u="sng" dirty="0">
                <a:solidFill>
                  <a:srgbClr val="F7B7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https://bhashini.gov.in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9809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IndicConformer / IndicTTS / IndicTrans2 models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AI4Bharat, IIT Madras  ·  </a:t>
            </a:r>
            <a:r>
              <a:rPr lang="en-US" sz="1050" u="sng" dirty="0">
                <a:solidFill>
                  <a:srgbClr val="F7B7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https://ai4bharat.iitm.ac.in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478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India Digital Hub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MSDE  ·  </a:t>
            </a:r>
            <a:r>
              <a:rPr lang="en-US" sz="1050" u="sng" dirty="0">
                <a:solidFill>
                  <a:srgbClr val="F7B7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https://www.skillindiadigital.gov.in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Act, 2023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 ·  </a:t>
            </a:r>
            <a:r>
              <a:rPr lang="en-US" sz="1050" u="sng" dirty="0">
                <a:solidFill>
                  <a:srgbClr val="F7B7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https://www.meity.gov.in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SIH26097  ·  6/6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SIH26097 – AI Voice Livelihood Assistant</dc:title>
  <dc:subject>PptxGenJS Presentation</dc:subject>
  <dc:creator>PptxGenJS</dc:creator>
  <cp:lastModifiedBy>PptxGenJS</cp:lastModifiedBy>
  <cp:revision>1</cp:revision>
  <dcterms:created xsi:type="dcterms:W3CDTF">2026-09-24T20:55:15Z</dcterms:created>
  <dcterms:modified xsi:type="dcterms:W3CDTF">2026-09-24T20:55:15Z</dcterms:modified>
</cp:coreProperties>
</file>